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fr-G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G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4B989-394F-4C69-973D-A5252B789DE9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G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G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5E7C7-49E9-4BB3-9D9C-7D2343B53BD5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182422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B3783-222B-847B-C143-74F67D1E7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067BF4-FD89-45AE-AA94-A4F74DF91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A79706-893D-3CE5-5A3C-361223E8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013D97-8298-48F0-F749-03C89957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8DCF6F-641D-2A90-2402-3581C95F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412774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77BD9C-684E-D870-23D8-1D577331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D700B7-A63A-4E6A-A0A3-66A40FCF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C2C9F4-BFF1-1E5A-33D0-AB00BDDA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04BAAA-0467-5042-4A65-0E6AD7D06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176F63-FEFE-2262-054B-35480B88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189219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715469-EA4F-AA6B-19F3-0B0D5F12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192711-7412-7D66-E51D-EEDB58842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28DEEB-82B7-56A6-F18B-8C79CFE2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DD4F7F-FCB2-748C-B8E6-D365FB20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B1D13D-144E-B2FB-15FB-FDEC880A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29826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359F62-D82B-7A2F-48A8-367CDC3A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79B4FE-1EC5-BDD1-3B96-D6064604C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8252FB-FA2B-BFE7-2271-28433686C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9552E1-1989-F1F7-D0E4-345B1BB6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A73305-CB5E-9DEC-96BD-9E9A0169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09FE65-7A34-2AB9-A172-CA8898F4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199667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E56999-9794-6F53-0783-A01B9E8C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5C61FC-5568-30F1-710B-0E3DF829A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DE6E50-9290-DBC1-8C15-9D05C7632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F0B21A-5D7D-348C-99E7-1F191BA042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BBFFFD-FCB8-6D4B-0987-84BA3C41A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62447F-6446-9771-F162-A1B3A8A4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657BA0A-FCF7-5315-3076-62595EE4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9E8B279-7F83-B60F-FD95-2BF35588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27252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CA0C3-26A3-3E1C-0639-2254AF5E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AB0D6F-975C-E6E6-6D09-6E8C2D82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D5B50F-02C1-3D36-556A-E11319B7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96A7C7-3021-704F-60BB-00C4910C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410515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59A5E01-B3E7-E791-8592-4FDCE7C6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F4269A-BB5D-81A5-C7FC-93CBA106F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C205E6-23FA-B48B-8520-61003441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279665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9240A1-8899-6E35-605A-D7A53ECF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ED3308-A1BE-8073-4339-DDA019D64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ADDDD4-8E61-F4EB-B5C5-6B1D531B7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C55CD6-CAE0-CBE3-14C9-8C3D7647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D6CE9F-39FE-F3B1-54E5-6041AA00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BBBF77-EB8D-04DC-DEF8-35405FDD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301496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D5D24C-8D4A-3315-B097-2C8A5389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D22734B-DF1C-4A08-4AF7-A08B674FB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G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C5DF95-A011-72CF-DD48-D7DDC0A78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9AEBF0-7F9B-EE09-29FD-1F8D5DFA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D17518-4977-1CCE-9C73-F8B02169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ABE867-AC6A-FB4A-F224-487C81BD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147245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0B2B78-8233-F722-2D1A-F0969261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3988CBE-787B-E5AE-29DF-C1B5725C3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1F7D5E-CA0F-84D7-196D-2B23B651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38F6CC-7E1B-0AB1-ED18-999656E8A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29F123-5472-B364-3C76-CCF63ABE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71827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D1CCD3-F1BC-3BA8-2FD0-FECED5A5B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4AE253-93BD-80B6-7D22-8DCD5324A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294F8A-0A78-A946-A51B-6CE45C51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EACE8A-5863-BE9A-7A4B-FF12C210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AE2D7F-63AA-2540-98B3-AFC9DD71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78771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8EC0FFE-25FC-A4DB-17F9-7E49DAA5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G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AEA24C4-10C1-0BB5-6152-80B85243A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CD306E-0597-A7A7-19C2-B02F7E6EC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4D41B-378B-4A7F-A8FD-AC6C6A735527}" type="datetimeFigureOut">
              <a:rPr lang="fr-GA" smtClean="0"/>
              <a:t>02/10/2026</a:t>
            </a:fld>
            <a:endParaRPr lang="fr-G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77545C-3BE6-4792-B9DA-43B3CD1C6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G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234F1C-F3E7-5484-05D9-A79C76362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6E55AD-A516-4321-96E6-6E56B605FB7C}" type="slidenum">
              <a:rPr lang="fr-GA" smtClean="0"/>
              <a:t>‹N°›</a:t>
            </a:fld>
            <a:endParaRPr lang="fr-GA"/>
          </a:p>
        </p:txBody>
      </p:sp>
    </p:spTree>
    <p:extLst>
      <p:ext uri="{BB962C8B-B14F-4D97-AF65-F5344CB8AC3E}">
        <p14:creationId xmlns:p14="http://schemas.microsoft.com/office/powerpoint/2010/main" val="218463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G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198C054-60FC-3C2C-F541-4516F2D98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0" y="471577"/>
            <a:ext cx="7412966" cy="701615"/>
          </a:xfrm>
        </p:spPr>
        <p:txBody>
          <a:bodyPr>
            <a:normAutofit/>
          </a:bodyPr>
          <a:lstStyle/>
          <a:p>
            <a:r>
              <a:rPr lang="fr-FR" sz="4000" b="1" dirty="0"/>
              <a:t>CASCO CONSULTING</a:t>
            </a:r>
            <a:endParaRPr lang="fr-GA" sz="4000" b="1" dirty="0"/>
          </a:p>
        </p:txBody>
      </p:sp>
      <p:pic>
        <p:nvPicPr>
          <p:cNvPr id="4" name="officeArt object">
            <a:extLst>
              <a:ext uri="{FF2B5EF4-FFF2-40B4-BE49-F238E27FC236}">
                <a16:creationId xmlns:a16="http://schemas.microsoft.com/office/drawing/2014/main" id="{1345E7D9-F82D-7446-8F95-0CBB592A3F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8040" y="304800"/>
            <a:ext cx="1975635" cy="1598762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CC01D5D-38A3-6499-BAFB-0BAE2BC91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479" y="1610265"/>
            <a:ext cx="7211683" cy="477615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D607735-37F2-9A65-6DAB-EAAFF09AACB2}"/>
              </a:ext>
            </a:extLst>
          </p:cNvPr>
          <p:cNvSpPr txBox="1"/>
          <p:nvPr/>
        </p:nvSpPr>
        <p:spPr>
          <a:xfrm>
            <a:off x="8229600" y="6063743"/>
            <a:ext cx="3347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solidFill>
                  <a:srgbClr val="0070C0"/>
                </a:solidFill>
                <a:latin typeface="HelveticaWorld-Regular"/>
              </a:rPr>
              <a:t>www.casco-consulting.com</a:t>
            </a:r>
            <a:endParaRPr lang="fr-G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220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F7B7F8-3339-FF00-B8CE-7B6624B3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8837"/>
          </a:xfrm>
        </p:spPr>
        <p:txBody>
          <a:bodyPr/>
          <a:lstStyle/>
          <a:p>
            <a:r>
              <a:rPr lang="fr-FR" dirty="0"/>
              <a:t>SOMMAIRE</a:t>
            </a:r>
            <a:endParaRPr lang="fr-G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2A3095-674C-83F5-65C1-FC4200A7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483"/>
            <a:ext cx="10515600" cy="496306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fr-FR" dirty="0"/>
              <a:t>Objectif de l’optimisation de l’organisation</a:t>
            </a:r>
          </a:p>
          <a:p>
            <a:pPr marL="514350" indent="-514350">
              <a:buAutoNum type="arabicPeriod"/>
            </a:pPr>
            <a:r>
              <a:rPr lang="fr-FR" dirty="0"/>
              <a:t>Effectifs – </a:t>
            </a:r>
          </a:p>
          <a:p>
            <a:pPr marL="514350" indent="-514350">
              <a:buAutoNum type="arabicPeriod"/>
            </a:pPr>
            <a:endParaRPr lang="fr-FR" dirty="0"/>
          </a:p>
          <a:p>
            <a:pPr marL="514350" indent="-514350">
              <a:buAutoNum type="arabicPeriod"/>
            </a:pPr>
            <a:endParaRPr lang="fr-GA" dirty="0"/>
          </a:p>
        </p:txBody>
      </p:sp>
    </p:spTree>
    <p:extLst>
      <p:ext uri="{BB962C8B-B14F-4D97-AF65-F5344CB8AC3E}">
        <p14:creationId xmlns:p14="http://schemas.microsoft.com/office/powerpoint/2010/main" val="36476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22648-F6AD-5E4E-1AB0-D27CAEDF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105"/>
          </a:xfrm>
        </p:spPr>
        <p:txBody>
          <a:bodyPr>
            <a:normAutofit fontScale="90000"/>
          </a:bodyPr>
          <a:lstStyle/>
          <a:p>
            <a:br>
              <a:rPr lang="fr-FR" b="1" dirty="0"/>
            </a:br>
            <a:br>
              <a:rPr lang="fr-FR" b="1" dirty="0"/>
            </a:br>
            <a:r>
              <a:rPr lang="fr-GA" b="1" dirty="0"/>
              <a:t>Qui sommes-nous ? </a:t>
            </a:r>
            <a:br>
              <a:rPr lang="fr-GA" dirty="0"/>
            </a:br>
            <a:br>
              <a:rPr lang="fr-FR" dirty="0"/>
            </a:br>
            <a:endParaRPr lang="fr-G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8FFE5-F601-7214-8DAA-C732A31CA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230"/>
            <a:ext cx="10515600" cy="508964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GA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Imaginez un partenaire qui vous simplifie la vie, optimise vos processus et vous fait gagner un temps précieux. C’est précisément ce que nous faisons chez </a:t>
            </a:r>
            <a:r>
              <a:rPr lang="fr-GA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CASCO CONSULTING</a:t>
            </a:r>
            <a:r>
              <a:rPr lang="fr-GA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GA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Créée au Gabon, notre entreprise accompagne les professionnels et les administrations publiques dans la gestion de leurs défis quotidiens.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GA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Nous proposons des solutions concrètes, rapides et adaptées à chaque situation, avec un seul objectif : </a:t>
            </a:r>
            <a:r>
              <a:rPr lang="fr-GA" sz="2800" b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 permettre d’avancer plus sereinement</a:t>
            </a:r>
            <a:r>
              <a:rPr lang="fr-GA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fr-GA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Grâce à notre expérience de terrain et à une approche centrée sur les résultats, nous intervenons dans des domaines clés de la vie administrative et organisationnelle : </a:t>
            </a: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fr-G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Démarches administratives : Gain de temps, conformité et sérénité.</a:t>
            </a:r>
            <a:endParaRPr lang="fr-G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fr-G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Recouvrement des créances : Récupération efficace de vos sommes dues.</a:t>
            </a:r>
            <a:endParaRPr lang="fr-G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fr-G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Renforcement des capacités : Formations ciblées pour une montée en compétence durable. </a:t>
            </a:r>
            <a:endParaRPr lang="fr-G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fr-G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Management : Optimisation de la gestion humaine et organisationnelle.</a:t>
            </a:r>
            <a:endParaRPr lang="fr-G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fr-G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Comptabilité &amp; Fiscalité : Tenue rigoureuse, conformité et gestion fiscale. </a:t>
            </a:r>
            <a:endParaRPr lang="fr-G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fr-G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Paie : Précision, régularité et respect du cadre légal. </a:t>
            </a:r>
            <a:endParaRPr lang="fr-G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GA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Consulting : Conseils sur mesure pour chaque étape de votre développement.</a:t>
            </a:r>
            <a:endParaRPr lang="fr-GA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6352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ABA9F0-7DB3-AD6D-4343-325CCF8A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fr-FR" dirty="0"/>
            </a:br>
            <a:endParaRPr lang="fr-GA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02FC054-4A0A-4277-D8B3-0EF829D95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2485" y="2451367"/>
            <a:ext cx="4527030" cy="309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670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Grand écran</PresentationFormat>
  <Paragraphs>18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HelveticaWorld-Regular</vt:lpstr>
      <vt:lpstr>Wingdings</vt:lpstr>
      <vt:lpstr>Thème Office</vt:lpstr>
      <vt:lpstr>Présentation PowerPoint</vt:lpstr>
      <vt:lpstr>SOMMAIRE</vt:lpstr>
      <vt:lpstr>  Qui sommes-nous ?  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fabien.kisenge@gmail.com</dc:creator>
  <cp:lastModifiedBy>Giami Kisenge</cp:lastModifiedBy>
  <cp:revision>10</cp:revision>
  <dcterms:created xsi:type="dcterms:W3CDTF">2025-08-11T07:37:42Z</dcterms:created>
  <dcterms:modified xsi:type="dcterms:W3CDTF">2026-02-10T15:08:50Z</dcterms:modified>
</cp:coreProperties>
</file>